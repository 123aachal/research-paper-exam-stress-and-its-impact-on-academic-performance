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70" r:id="rId8"/>
    <p:sldId id="261" r:id="rId9"/>
    <p:sldId id="267" r:id="rId10"/>
    <p:sldId id="262" r:id="rId11"/>
    <p:sldId id="263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chal Patil" userId="85d0f9378700e010" providerId="LiveId" clId="{21981FA1-6CEA-4E8F-82D8-3B2AE071685F}"/>
    <pc:docChg chg="custSel modSld">
      <pc:chgData name="Aachal Patil" userId="85d0f9378700e010" providerId="LiveId" clId="{21981FA1-6CEA-4E8F-82D8-3B2AE071685F}" dt="2026-03-23T10:17:49.463" v="16" actId="14100"/>
      <pc:docMkLst>
        <pc:docMk/>
      </pc:docMkLst>
      <pc:sldChg chg="modSp mod">
        <pc:chgData name="Aachal Patil" userId="85d0f9378700e010" providerId="LiveId" clId="{21981FA1-6CEA-4E8F-82D8-3B2AE071685F}" dt="2026-03-23T10:17:49.463" v="16" actId="14100"/>
        <pc:sldMkLst>
          <pc:docMk/>
          <pc:sldMk cId="4197205426" sldId="263"/>
        </pc:sldMkLst>
        <pc:spChg chg="mod">
          <ac:chgData name="Aachal Patil" userId="85d0f9378700e010" providerId="LiveId" clId="{21981FA1-6CEA-4E8F-82D8-3B2AE071685F}" dt="2026-03-23T10:17:49.463" v="16" actId="14100"/>
          <ac:spMkLst>
            <pc:docMk/>
            <pc:sldMk cId="4197205426" sldId="263"/>
            <ac:spMk id="3" creationId="{84965E47-5FAE-4685-529E-C140D6D0A0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62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8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2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4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650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6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19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0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0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8247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80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328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05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83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07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281AA-55F7-4FB7-8BDE-670D8AA77FD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EAD3803-9917-44F2-9CB0-E5C17F8FD3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24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FD25-55DA-BD35-7EE6-8F7B56E1C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6789" y="638666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Title: Exam Stress and Its Impact on Academic Performance</a:t>
            </a:r>
            <a:endParaRPr lang="en-IN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5600D-CDF0-7471-5428-8F4B535DA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522" y="2818614"/>
            <a:ext cx="9619251" cy="3610466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:</a:t>
            </a:r>
          </a:p>
          <a:p>
            <a:pPr algn="ctr"/>
            <a:r>
              <a:rPr lang="en-I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Aachal Patil</a:t>
            </a: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(24104001) </a:t>
            </a:r>
          </a:p>
          <a:p>
            <a:pPr algn="ctr"/>
            <a:r>
              <a:rPr lang="en-I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Mahesh </a:t>
            </a:r>
            <a:r>
              <a:rPr lang="en-IN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Bharambe</a:t>
            </a: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(24104069)</a:t>
            </a:r>
            <a:endParaRPr lang="en-IN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 name: Prof. Kalyani Neve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Name: MCA 2</a:t>
            </a:r>
            <a:r>
              <a:rPr lang="en-IN" sz="240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</a:t>
            </a:r>
          </a:p>
        </p:txBody>
      </p:sp>
    </p:spTree>
    <p:extLst>
      <p:ext uri="{BB962C8B-B14F-4D97-AF65-F5344CB8AC3E}">
        <p14:creationId xmlns:p14="http://schemas.microsoft.com/office/powerpoint/2010/main" val="1688445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25BD-3DA1-7240-5295-6EDFBAEFB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218" y="339366"/>
            <a:ext cx="7007274" cy="754144"/>
          </a:xfrm>
        </p:spPr>
        <p:txBody>
          <a:bodyPr>
            <a:no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</a:rPr>
              <a:t>Abstract / Introduction: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116A0-974D-6FF0-80BC-24168E7A6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3130" y="1310327"/>
            <a:ext cx="10218656" cy="520830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 stress is a common issue among students at all levels.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negatively influence concentration, memory, and academic performance.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arises from multiple factors such as lack of preparation, pressure from parents/teachers, peer competition, and time management issues.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study explores the causes and effects of exam stress and its relationship with performance.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26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18E6-E64C-84D2-1993-113F8A9A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086" y="245097"/>
            <a:ext cx="11312164" cy="961882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Objectives / Research Questions: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59FC2-40B8-4792-128F-58FB4D64C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865" y="1461155"/>
            <a:ext cx="10778748" cy="444250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identify the major causes of exam stress among students.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analyze how stress levels affect academic results.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suggest strategies for reducing exam stress.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Question: Does exam stress have a significant impact on academic performance?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95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A35F-9DE8-8795-17E9-03A72A557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37" y="624110"/>
            <a:ext cx="9873775" cy="865325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C155-A6AD-87CE-3DBD-4E072706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659118"/>
            <a:ext cx="10929577" cy="42521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Exams = major cause of stress among students.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Excessive stress → anxiety, depression, health issues.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Competition &amp; grade pressure intensify stress.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mental health support in institutions.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2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D04B-0D27-7078-A629-D16FF00D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105" y="624110"/>
            <a:ext cx="9779507" cy="1035008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6CC8-22C1-FE3B-0A2A-23CF5C32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351" y="1734532"/>
            <a:ext cx="10326261" cy="41766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studies (Kumari &amp; Jayanthi, 2014; Deb et al., 2015) found stress is linked to poor academic outcomes.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achievers often internalize stress due to </a:t>
            </a:r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feara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failure.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time management and preparation are strong predictors of exam anxiety.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Emotional and social support (family, peers, teachers) reduces negative impact.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53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2B55-712C-B12A-BEA0-E02A1FCF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9834-BF25-7E23-562D-C5B5D662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3" y="1398309"/>
            <a:ext cx="10552505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Size: 100–110 students.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Tool: Standardized questionnaire (Likert scale) on exam stress.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Measure: Latest exam scores.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Analysis: Frequency, percentage distribution, and comparison of stress vs. academic scores.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9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BA645-460A-8583-2F97-026F3CF0F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4276" y="188535"/>
            <a:ext cx="10514797" cy="6259398"/>
          </a:xfrm>
        </p:spPr>
        <p:txBody>
          <a:bodyPr/>
          <a:lstStyle/>
          <a:p>
            <a:r>
              <a:rPr lang="en-US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Technologies Used: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Forms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Used for creating and collecting online survey responses.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Excel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Used for data analysis, tables, charts, and graphs.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Word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report writing and formatting.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Techniques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Percentage analysis, comparative analysis, and correlation analysis.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 Sources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Used for collecting secondary data from journals and research papers.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Methodology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Structured questionnaire and sample survey technique used for data collection.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35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DE04-C247-0EB7-8976-30BE96D8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278" y="306333"/>
            <a:ext cx="9751226" cy="128089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</a:rPr>
              <a:t>Results /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930D1-BDF0-262D-5442-228014C1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3" y="1065229"/>
            <a:ext cx="10844736" cy="328995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of students reported experiencing exam stress.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causes:Lack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preparation time (42%)Poor time management (21%)Peer competition (14%)Health issues (11%)Financial difficulties (6%)High stress levels were linked to lower academic scores.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with better preparation and time management performed higher.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DEC30-E6AE-4914-90A0-ED7A1CD7D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43" b="34484"/>
          <a:stretch>
            <a:fillRect/>
          </a:stretch>
        </p:blipFill>
        <p:spPr>
          <a:xfrm>
            <a:off x="4006391" y="4449452"/>
            <a:ext cx="4449451" cy="22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7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5A35-2C6F-4A52-AAC7-F3B6DF5E05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276600" y="4776788"/>
            <a:ext cx="8915400" cy="1127125"/>
          </a:xfrm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7D3B4-589B-57E5-F136-0D57CDE018A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829559" y="113120"/>
            <a:ext cx="11227323" cy="309199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Coping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StrategiesHighlights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time management/study schedules (51.9%)are                                the most common coping method, while only 4.6% use counseling.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B58B2-026C-A902-1419-89E43A9AE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14" b="33883"/>
          <a:stretch>
            <a:fillRect/>
          </a:stretch>
        </p:blipFill>
        <p:spPr>
          <a:xfrm>
            <a:off x="2582946" y="954086"/>
            <a:ext cx="5788058" cy="207191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F3904D-16A5-A13E-F36B-FAF1F656FE08}"/>
              </a:ext>
            </a:extLst>
          </p:cNvPr>
          <p:cNvSpPr txBox="1">
            <a:spLocks/>
          </p:cNvSpPr>
          <p:nvPr/>
        </p:nvSpPr>
        <p:spPr>
          <a:xfrm>
            <a:off x="612742" y="3652888"/>
            <a:ext cx="11038787" cy="30919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Exam Stress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LevelsIndicates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most students experience moderate to high stress (29.4% + 25.7%), while fewer report very high stress (13.8%).</a:t>
            </a: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EB76A-FB23-440D-A770-F418E779B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26" b="36495"/>
          <a:stretch>
            <a:fillRect/>
          </a:stretch>
        </p:blipFill>
        <p:spPr>
          <a:xfrm>
            <a:off x="3403077" y="4524866"/>
            <a:ext cx="5806912" cy="214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0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5384-A846-E38F-466B-DC2361F6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B487-5299-C7CD-CE43-665A5FB9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03" y="1385740"/>
            <a:ext cx="10835309" cy="40346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has both positive and negative impacts: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Positive: Mild stress motivates students to prepare better.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Negative: High stress reduces concentration, causes anxiety, and lowers performance.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Peer and parental pressure increase psychological burden.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Proper coping strategies can improve performance.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E2C1-79DF-42A6-FE2E-E932AA56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91" y="624110"/>
            <a:ext cx="9854921" cy="128089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5E47-5FAE-4685-529E-C140D6D0A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266" y="1498863"/>
            <a:ext cx="10637346" cy="51187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 stress is a major factor affecting academic outcomes.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students experience it, mainly due to preparation and time issues.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Excessive stress leads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Anxiety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loss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concentration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management is essential for improving both mental health and academic results.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0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115E-6D43-C67D-F91C-5D42E8880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37" y="624110"/>
            <a:ext cx="9873775" cy="969020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 / 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237C-5FB5-C7FF-2177-36104BB9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1593130"/>
            <a:ext cx="10797602" cy="43180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 time management training for students.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counseling and stress management workshops.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Parents and teachers should create a supportive environment instead of adding pressure.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research: larger sample, include psychological and physiological measures.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76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6BF3-C34A-0C31-D330-7EE439E1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301" y="2148110"/>
            <a:ext cx="8846254" cy="1280890"/>
          </a:xfrm>
        </p:spPr>
        <p:txBody>
          <a:bodyPr>
            <a:normAutofit/>
          </a:bodyPr>
          <a:lstStyle/>
          <a:p>
            <a:pPr algn="ctr"/>
            <a:r>
              <a:rPr lang="en-IN" sz="6600" u="sng" dirty="0">
                <a:solidFill>
                  <a:srgbClr val="FF0000"/>
                </a:solidFill>
                <a:latin typeface="Algerian" panose="04020705040A02060702" pitchFamily="82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0974209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118</TotalTime>
  <Words>650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Century Gothic</vt:lpstr>
      <vt:lpstr>Wingdings</vt:lpstr>
      <vt:lpstr>Wingdings 3</vt:lpstr>
      <vt:lpstr>Wisp</vt:lpstr>
      <vt:lpstr>Title: Exam Stress and Its Impact on Academic Performance</vt:lpstr>
      <vt:lpstr>Abstract / Introduction:</vt:lpstr>
      <vt:lpstr> Objectives / Research Questions:</vt:lpstr>
      <vt:lpstr>Problem Statement:</vt:lpstr>
      <vt:lpstr>Literature Review :</vt:lpstr>
      <vt:lpstr>Methodology:</vt:lpstr>
      <vt:lpstr>PowerPoint Presentation</vt:lpstr>
      <vt:lpstr>Results / Findings:</vt:lpstr>
      <vt:lpstr>Coping StrategiesHighlights that time management/study schedules (51.9%)are                                the most common coping method, while only 4.6% use counseling.   </vt:lpstr>
      <vt:lpstr>Discussion:</vt:lpstr>
      <vt:lpstr> Conclusion:</vt:lpstr>
      <vt:lpstr>Recommendations / Future Scope: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Aachal Patil</dc:creator>
  <cp:lastModifiedBy>Aachal Patil</cp:lastModifiedBy>
  <cp:revision>14</cp:revision>
  <dcterms:created xsi:type="dcterms:W3CDTF">2025-08-27T06:05:53Z</dcterms:created>
  <dcterms:modified xsi:type="dcterms:W3CDTF">2026-05-14T07:03:41Z</dcterms:modified>
</cp:coreProperties>
</file>